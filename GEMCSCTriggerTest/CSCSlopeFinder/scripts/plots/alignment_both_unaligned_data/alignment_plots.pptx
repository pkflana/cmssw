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GEM-CSC Alignment Plots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Endcap 1/2 × Even/Odd chambers, split by muon charge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Charge: negative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data without alignment Bending angle vs chamber  (negative endcap)</a:t>
            </a:r>
          </a:p>
        </p:txBody>
      </p:sp>
      <p:pic>
        <p:nvPicPr>
          <p:cNvPr id="3" name="Picture 2" descr="bendingangevschamberendcap1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914400"/>
            <a:ext cx="4382145" cy="2971800"/>
          </a:xfrm>
          <a:prstGeom prst="rect">
            <a:avLst/>
          </a:prstGeom>
        </p:spPr>
      </p:pic>
      <p:pic>
        <p:nvPicPr>
          <p:cNvPr id="4" name="Picture 3" descr="bendingangevschamberendcap2_neg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914400"/>
            <a:ext cx="4382145" cy="2971800"/>
          </a:xfrm>
          <a:prstGeom prst="rect">
            <a:avLst/>
          </a:prstGeom>
        </p:spPr>
      </p:pic>
      <p:pic>
        <p:nvPicPr>
          <p:cNvPr id="5" name="Picture 4" descr="bendingangevschamberendcap1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3886200"/>
            <a:ext cx="4382145" cy="2971800"/>
          </a:xfrm>
          <a:prstGeom prst="rect">
            <a:avLst/>
          </a:prstGeom>
        </p:spPr>
      </p:pic>
      <p:pic>
        <p:nvPicPr>
          <p:cNvPr id="6" name="Picture 5" descr="bendingangevschamberendcap2_neg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3886200"/>
            <a:ext cx="4382145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data without alignment |eta| vs slope  (negative endcap)</a:t>
            </a:r>
          </a:p>
        </p:txBody>
      </p:sp>
      <p:pic>
        <p:nvPicPr>
          <p:cNvPr id="3" name="Picture 2" descr="etaevenchambersendcap1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914400"/>
            <a:ext cx="4382145" cy="2971800"/>
          </a:xfrm>
          <a:prstGeom prst="rect">
            <a:avLst/>
          </a:prstGeom>
        </p:spPr>
      </p:pic>
      <p:pic>
        <p:nvPicPr>
          <p:cNvPr id="4" name="Picture 3" descr="etaevenchambersendcap2_neg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914400"/>
            <a:ext cx="4382145" cy="2971800"/>
          </a:xfrm>
          <a:prstGeom prst="rect">
            <a:avLst/>
          </a:prstGeom>
        </p:spPr>
      </p:pic>
      <p:pic>
        <p:nvPicPr>
          <p:cNvPr id="5" name="Picture 4" descr="etaoddchambersendcap1_nega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165" y="3886200"/>
            <a:ext cx="4382145" cy="2971800"/>
          </a:xfrm>
          <a:prstGeom prst="rect">
            <a:avLst/>
          </a:prstGeom>
        </p:spPr>
      </p:pic>
      <p:pic>
        <p:nvPicPr>
          <p:cNvPr id="6" name="Picture 5" descr="etaoddchambersendcap2_negat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0641" y="3886200"/>
            <a:ext cx="4382145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data without alignment Muon pt  (negative endcap)</a:t>
            </a:r>
          </a:p>
        </p:txBody>
      </p:sp>
      <p:pic>
        <p:nvPicPr>
          <p:cNvPr id="3" name="Picture 2" descr="ptplotevenendcap1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914400"/>
            <a:ext cx="4382145" cy="2971800"/>
          </a:xfrm>
          <a:prstGeom prst="rect">
            <a:avLst/>
          </a:prstGeom>
        </p:spPr>
      </p:pic>
      <p:pic>
        <p:nvPicPr>
          <p:cNvPr id="4" name="Picture 3" descr="ptplotevenendcap2_neg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914400"/>
            <a:ext cx="4382145" cy="2971800"/>
          </a:xfrm>
          <a:prstGeom prst="rect">
            <a:avLst/>
          </a:prstGeom>
        </p:spPr>
      </p:pic>
      <p:pic>
        <p:nvPicPr>
          <p:cNvPr id="5" name="Picture 4" descr="ptplotoddendcap1_nega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165" y="3886200"/>
            <a:ext cx="4382145" cy="2971800"/>
          </a:xfrm>
          <a:prstGeom prst="rect">
            <a:avLst/>
          </a:prstGeom>
        </p:spPr>
      </p:pic>
      <p:pic>
        <p:nvPicPr>
          <p:cNvPr id="6" name="Picture 5" descr="ptplotoddendcap2_negat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0641" y="3886200"/>
            <a:ext cx="4382145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data without alignment pt*charge vs chamber  (negative endcap)</a:t>
            </a:r>
          </a:p>
        </p:txBody>
      </p:sp>
      <p:pic>
        <p:nvPicPr>
          <p:cNvPr id="3" name="Picture 2" descr="chargexptendcap1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914400"/>
            <a:ext cx="4382145" cy="2971800"/>
          </a:xfrm>
          <a:prstGeom prst="rect">
            <a:avLst/>
          </a:prstGeom>
        </p:spPr>
      </p:pic>
      <p:pic>
        <p:nvPicPr>
          <p:cNvPr id="4" name="Picture 3" descr="chargexptendcap2_neg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914400"/>
            <a:ext cx="4382145" cy="2971800"/>
          </a:xfrm>
          <a:prstGeom prst="rect">
            <a:avLst/>
          </a:prstGeom>
        </p:spPr>
      </p:pic>
      <p:pic>
        <p:nvPicPr>
          <p:cNvPr id="5" name="Picture 4" descr="chargexptendcap1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3886200"/>
            <a:ext cx="4382145" cy="2971800"/>
          </a:xfrm>
          <a:prstGeom prst="rect">
            <a:avLst/>
          </a:prstGeom>
        </p:spPr>
      </p:pic>
      <p:pic>
        <p:nvPicPr>
          <p:cNvPr id="6" name="Picture 5" descr="chargexptendcap2_neg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3886200"/>
            <a:ext cx="4382145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data without alignment pt*charge vs slope  (negative endcap)</a:t>
            </a:r>
          </a:p>
        </p:txBody>
      </p:sp>
      <p:pic>
        <p:nvPicPr>
          <p:cNvPr id="3" name="Picture 2" descr="chargedpt_vs_chargedslope_even_endcap1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914400"/>
            <a:ext cx="4382145" cy="2971800"/>
          </a:xfrm>
          <a:prstGeom prst="rect">
            <a:avLst/>
          </a:prstGeom>
        </p:spPr>
      </p:pic>
      <p:pic>
        <p:nvPicPr>
          <p:cNvPr id="4" name="Picture 3" descr="chargedpt_vs_chargedslope_even_endcap2_neg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914400"/>
            <a:ext cx="4382145" cy="2971800"/>
          </a:xfrm>
          <a:prstGeom prst="rect">
            <a:avLst/>
          </a:prstGeom>
        </p:spPr>
      </p:pic>
      <p:pic>
        <p:nvPicPr>
          <p:cNvPr id="5" name="Picture 4" descr="chargedpt_vs_chargedslope_odd_endcap1_nega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165" y="3886200"/>
            <a:ext cx="4382145" cy="2971800"/>
          </a:xfrm>
          <a:prstGeom prst="rect">
            <a:avLst/>
          </a:prstGeom>
        </p:spPr>
      </p:pic>
      <p:pic>
        <p:nvPicPr>
          <p:cNvPr id="6" name="Picture 5" descr="chargedpt_vs_chargedslope_odd_endcap2_negat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0641" y="3886200"/>
            <a:ext cx="4382145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Charge: positive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data without alignment Bending angle vs chamber  (positive endcap)</a:t>
            </a:r>
          </a:p>
        </p:txBody>
      </p:sp>
      <p:pic>
        <p:nvPicPr>
          <p:cNvPr id="3" name="Picture 2" descr="bendingangevschamberendcap1_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914400"/>
            <a:ext cx="4382145" cy="2971800"/>
          </a:xfrm>
          <a:prstGeom prst="rect">
            <a:avLst/>
          </a:prstGeom>
        </p:spPr>
      </p:pic>
      <p:pic>
        <p:nvPicPr>
          <p:cNvPr id="4" name="Picture 3" descr="bendingangevschamberendcap2_posi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914400"/>
            <a:ext cx="4382145" cy="2971800"/>
          </a:xfrm>
          <a:prstGeom prst="rect">
            <a:avLst/>
          </a:prstGeom>
        </p:spPr>
      </p:pic>
      <p:pic>
        <p:nvPicPr>
          <p:cNvPr id="5" name="Picture 4" descr="bendingangevschamberendcap1_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3886200"/>
            <a:ext cx="4382145" cy="2971800"/>
          </a:xfrm>
          <a:prstGeom prst="rect">
            <a:avLst/>
          </a:prstGeom>
        </p:spPr>
      </p:pic>
      <p:pic>
        <p:nvPicPr>
          <p:cNvPr id="6" name="Picture 5" descr="bendingangevschamberendcap2_posi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3886200"/>
            <a:ext cx="4382145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data without alignment |eta| vs slope  (positive endcap)</a:t>
            </a:r>
          </a:p>
        </p:txBody>
      </p:sp>
      <p:pic>
        <p:nvPicPr>
          <p:cNvPr id="3" name="Picture 2" descr="etaevenchambersendcap1_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914400"/>
            <a:ext cx="4382145" cy="2971800"/>
          </a:xfrm>
          <a:prstGeom prst="rect">
            <a:avLst/>
          </a:prstGeom>
        </p:spPr>
      </p:pic>
      <p:pic>
        <p:nvPicPr>
          <p:cNvPr id="4" name="Picture 3" descr="etaevenchambersendcap2_posi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914400"/>
            <a:ext cx="4382145" cy="2971800"/>
          </a:xfrm>
          <a:prstGeom prst="rect">
            <a:avLst/>
          </a:prstGeom>
        </p:spPr>
      </p:pic>
      <p:pic>
        <p:nvPicPr>
          <p:cNvPr id="5" name="Picture 4" descr="etaoddchambersendcap1_posi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165" y="3886200"/>
            <a:ext cx="4382145" cy="2971800"/>
          </a:xfrm>
          <a:prstGeom prst="rect">
            <a:avLst/>
          </a:prstGeom>
        </p:spPr>
      </p:pic>
      <p:pic>
        <p:nvPicPr>
          <p:cNvPr id="6" name="Picture 5" descr="etaoddchambersendcap2_posit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0641" y="3886200"/>
            <a:ext cx="4382145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data without alignment Muon pt  (positive endcap)</a:t>
            </a:r>
          </a:p>
        </p:txBody>
      </p:sp>
      <p:pic>
        <p:nvPicPr>
          <p:cNvPr id="3" name="Picture 2" descr="ptplotevenendcap1_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914400"/>
            <a:ext cx="4382145" cy="2971800"/>
          </a:xfrm>
          <a:prstGeom prst="rect">
            <a:avLst/>
          </a:prstGeom>
        </p:spPr>
      </p:pic>
      <p:pic>
        <p:nvPicPr>
          <p:cNvPr id="4" name="Picture 3" descr="ptplotevenendcap2_posi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914400"/>
            <a:ext cx="4382145" cy="2971800"/>
          </a:xfrm>
          <a:prstGeom prst="rect">
            <a:avLst/>
          </a:prstGeom>
        </p:spPr>
      </p:pic>
      <p:pic>
        <p:nvPicPr>
          <p:cNvPr id="5" name="Picture 4" descr="ptplotoddendcap1_posi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165" y="3886200"/>
            <a:ext cx="4382145" cy="2971800"/>
          </a:xfrm>
          <a:prstGeom prst="rect">
            <a:avLst/>
          </a:prstGeom>
        </p:spPr>
      </p:pic>
      <p:pic>
        <p:nvPicPr>
          <p:cNvPr id="6" name="Picture 5" descr="ptplotoddendcap2_posit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0641" y="3886200"/>
            <a:ext cx="4382145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data without alignment pt*charge vs chamber  (positive endcap)</a:t>
            </a:r>
          </a:p>
        </p:txBody>
      </p:sp>
      <p:pic>
        <p:nvPicPr>
          <p:cNvPr id="3" name="Picture 2" descr="chargexptendcap1_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914400"/>
            <a:ext cx="4382145" cy="2971800"/>
          </a:xfrm>
          <a:prstGeom prst="rect">
            <a:avLst/>
          </a:prstGeom>
        </p:spPr>
      </p:pic>
      <p:pic>
        <p:nvPicPr>
          <p:cNvPr id="4" name="Picture 3" descr="chargexptendcap2_posi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914400"/>
            <a:ext cx="4382145" cy="2971800"/>
          </a:xfrm>
          <a:prstGeom prst="rect">
            <a:avLst/>
          </a:prstGeom>
        </p:spPr>
      </p:pic>
      <p:pic>
        <p:nvPicPr>
          <p:cNvPr id="5" name="Picture 4" descr="chargexptendcap1_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3886200"/>
            <a:ext cx="4382145" cy="2971800"/>
          </a:xfrm>
          <a:prstGeom prst="rect">
            <a:avLst/>
          </a:prstGeom>
        </p:spPr>
      </p:pic>
      <p:pic>
        <p:nvPicPr>
          <p:cNvPr id="6" name="Picture 5" descr="chargexptendcap2_posi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3886200"/>
            <a:ext cx="4382145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data without alignment pt*charge vs slope  (positive endcap)</a:t>
            </a:r>
          </a:p>
        </p:txBody>
      </p:sp>
      <p:pic>
        <p:nvPicPr>
          <p:cNvPr id="3" name="Picture 2" descr="chargedpt_vs_chargedslope_even_endcap1_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65" y="914400"/>
            <a:ext cx="4382145" cy="2971800"/>
          </a:xfrm>
          <a:prstGeom prst="rect">
            <a:avLst/>
          </a:prstGeom>
        </p:spPr>
      </p:pic>
      <p:pic>
        <p:nvPicPr>
          <p:cNvPr id="4" name="Picture 3" descr="chargedpt_vs_chargedslope_even_endcap2_posi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41" y="914400"/>
            <a:ext cx="4382145" cy="2971800"/>
          </a:xfrm>
          <a:prstGeom prst="rect">
            <a:avLst/>
          </a:prstGeom>
        </p:spPr>
      </p:pic>
      <p:pic>
        <p:nvPicPr>
          <p:cNvPr id="5" name="Picture 4" descr="chargedpt_vs_chargedslope_odd_endcap1_posi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165" y="3886200"/>
            <a:ext cx="4382145" cy="2971800"/>
          </a:xfrm>
          <a:prstGeom prst="rect">
            <a:avLst/>
          </a:prstGeom>
        </p:spPr>
      </p:pic>
      <p:pic>
        <p:nvPicPr>
          <p:cNvPr id="6" name="Picture 5" descr="chargedpt_vs_chargedslope_odd_endcap2_posit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0641" y="3886200"/>
            <a:ext cx="4382145" cy="2971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