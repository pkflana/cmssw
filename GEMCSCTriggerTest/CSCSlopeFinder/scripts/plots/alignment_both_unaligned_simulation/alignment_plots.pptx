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GEM-CSC Alignment Plots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Endcap 1/2 × Even/Odd chambers, split by muon charge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Charge: negative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Bending angle vs chamber  [negative]</a:t>
            </a:r>
          </a:p>
        </p:txBody>
      </p:sp>
      <p:pic>
        <p:nvPicPr>
          <p:cNvPr id="3" name="Picture 2" descr="bendingangevschamberendcap1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bendingangevschamberendcap2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bendingangevschamberendcap1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bendingangevschamberendcap2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|eta| vs charged slope  [negative]</a:t>
            </a:r>
          </a:p>
        </p:txBody>
      </p:sp>
      <p:pic>
        <p:nvPicPr>
          <p:cNvPr id="3" name="Picture 2" descr="etaevenchambersendcap1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etaevenchambersendcap2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etaoddchambersendcap1_nega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etaoddchambersendcap2_negat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Muon pT (1D)  [negative]</a:t>
            </a:r>
          </a:p>
        </p:txBody>
      </p:sp>
      <p:pic>
        <p:nvPicPr>
          <p:cNvPr id="3" name="Picture 2" descr="ptplotevenendcap1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ptplotevenendcap2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ptplotoddendcap1_nega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ptplotoddendcap2_negat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pt*charge vs chamber  [negative]</a:t>
            </a:r>
          </a:p>
        </p:txBody>
      </p:sp>
      <p:pic>
        <p:nvPicPr>
          <p:cNvPr id="3" name="Picture 2" descr="chargexptendcap1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chargexptendcap2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chargexptendcap1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chargexptendcap2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chargedpt vs LCT_emu_charged_slope (with correlation)  [negative]</a:t>
            </a:r>
          </a:p>
        </p:txBody>
      </p:sp>
      <p:pic>
        <p:nvPicPr>
          <p:cNvPr id="3" name="Picture 2" descr="chargedpt_vs_chargedslope_even_endcap1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chargedpt_vs_chargedslope_even_endcap2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chargedpt_vs_chargedslope_odd_endcap1_nega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chargedpt_vs_chargedslope_odd_endcap2_negat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Charge: positive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Bending angle vs chamber  [positive]</a:t>
            </a:r>
          </a:p>
        </p:txBody>
      </p:sp>
      <p:pic>
        <p:nvPicPr>
          <p:cNvPr id="3" name="Picture 2" descr="bendingangevschamberendcap1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bendingangevschamberendcap2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bendingangevschamberendcap1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bendingangevschamberendcap2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|eta| vs charged slope  [positive]</a:t>
            </a:r>
          </a:p>
        </p:txBody>
      </p:sp>
      <p:pic>
        <p:nvPicPr>
          <p:cNvPr id="3" name="Picture 2" descr="etaevenchambersendcap1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etaevenchambersendcap2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etaoddchambersendcap1_posi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etaoddchambersendcap2_posit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Muon pT (1D)  [positive]</a:t>
            </a:r>
          </a:p>
        </p:txBody>
      </p:sp>
      <p:pic>
        <p:nvPicPr>
          <p:cNvPr id="3" name="Picture 2" descr="ptplotevenendcap1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ptplotevenendcap2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ptplotoddendcap1_posi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ptplotoddendcap2_posit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pt*charge vs chamber  [positive]</a:t>
            </a:r>
          </a:p>
        </p:txBody>
      </p:sp>
      <p:pic>
        <p:nvPicPr>
          <p:cNvPr id="3" name="Picture 2" descr="chargexptendcap1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chargexptendcap2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chargexptendcap1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chargexptendcap2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chargedpt vs LCT_emu_charged_slope (with correlation)  [positive]</a:t>
            </a:r>
          </a:p>
        </p:txBody>
      </p:sp>
      <p:pic>
        <p:nvPicPr>
          <p:cNvPr id="3" name="Picture 2" descr="chargedpt_vs_chargedslope_even_endcap1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chargedpt_vs_chargedslope_even_endcap2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chargedpt_vs_chargedslope_odd_endcap1_posi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chargedpt_vs_chargedslope_odd_endcap2_posit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